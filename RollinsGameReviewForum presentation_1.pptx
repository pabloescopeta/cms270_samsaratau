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-"/>
            </a:pPr>
            <a:r>
              <a:rPr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Desmond works on arrayList for the review forums &amp; their data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-"/>
            </a:pPr>
            <a:r>
              <a:rPr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Stephan works on GUI implementation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-"/>
            </a:pPr>
            <a:r>
              <a:rPr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PJ works on backend code methods &amp; relations to ensure classes are properly coordinating with one </a:t>
            </a:r>
            <a:r>
              <a:rPr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another.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57b3996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57b3996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• Slide 2: Brief recap of your original concept and goals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57b3996f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57b3996f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• Slide 3: What you have accomplished since Progress Update #1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57b3996f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57b3996f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• Slide 4: Demo your current workable version</a:t>
            </a:r>
            <a:endParaRPr sz="18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57b3996f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57b3996f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Rollins Game Review Forum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100" y="2715964"/>
            <a:ext cx="8222100" cy="18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						Roles: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Desmond Nieves		arrayDataMeister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Stephan Zambrano		GUI_Scholar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PJ González			GuyOnBackEndWithDaMethods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did we want to make?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original idea was conceptualized as a Video Game User Review System, capable of doing three things: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System would process existing user review scores for a videogame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Categorize them into integer ranges from positive, mixed, &amp; negative, outputting the overall average score for the game.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User is prompted to enter a new score (as int value) &amp; then the system recalculates the metrics to account for the new review score.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we have so far?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5028600" y="410000"/>
            <a:ext cx="3981600" cy="38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Since the first Progress Update: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 Attributes, Getters, toString methods.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Abstract has elements used through reviewDriver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Driver class successfully implements new User review.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ReviewForum ma</a:t>
            </a:r>
            <a:r>
              <a:rPr lang="en"/>
              <a:t>kes &amp; updates review list.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Handles information for User’s review info (i.e. </a:t>
            </a:r>
            <a:r>
              <a:rPr lang="en"/>
              <a:t>user ID</a:t>
            </a:r>
            <a:r>
              <a:rPr lang="en"/>
              <a:t>, score, comment, etc.)</a:t>
            </a:r>
            <a:endParaRPr/>
          </a:p>
        </p:txBody>
      </p:sp>
      <p:pic>
        <p:nvPicPr>
          <p:cNvPr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63508" t="0"/>
          <a:stretch/>
        </p:blipFill>
        <p:spPr>
          <a:xfrm>
            <a:off x="151300" y="1243400"/>
            <a:ext cx="4877299" cy="3379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15"/>
          <p:cNvCxnSpPr/>
          <p:nvPr/>
        </p:nvCxnSpPr>
        <p:spPr>
          <a:xfrm flipH="1">
            <a:off x="4625825" y="3462425"/>
            <a:ext cx="574500" cy="8559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5"/>
          <p:cNvCxnSpPr/>
          <p:nvPr/>
        </p:nvCxnSpPr>
        <p:spPr>
          <a:xfrm flipH="1">
            <a:off x="4572000" y="2879575"/>
            <a:ext cx="574500" cy="8559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5"/>
          <p:cNvCxnSpPr/>
          <p:nvPr/>
        </p:nvCxnSpPr>
        <p:spPr>
          <a:xfrm flipH="1">
            <a:off x="4572000" y="2390300"/>
            <a:ext cx="574500" cy="8559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5"/>
          <p:cNvCxnSpPr/>
          <p:nvPr/>
        </p:nvCxnSpPr>
        <p:spPr>
          <a:xfrm flipH="1">
            <a:off x="4572000" y="1812163"/>
            <a:ext cx="574500" cy="8559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5"/>
          <p:cNvCxnSpPr/>
          <p:nvPr/>
        </p:nvCxnSpPr>
        <p:spPr>
          <a:xfrm flipH="1">
            <a:off x="4625825" y="1171075"/>
            <a:ext cx="574500" cy="8559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Time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3310750" y="690500"/>
            <a:ext cx="2280900" cy="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Pretend that’s not python</a:t>
            </a:r>
            <a:endParaRPr/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2400" y="4901900"/>
            <a:ext cx="241600" cy="2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17800"/>
            <a:ext cx="9144001" cy="38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Left?</a:t>
            </a:r>
            <a:endParaRPr/>
          </a:p>
        </p:txBody>
      </p:sp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GUI </a:t>
            </a:r>
            <a:r>
              <a:rPr lang="en"/>
              <a:t>// We’ve yet to start implementing GUI to program at large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800"/>
              <a:t>GameReviewForum will require significant change when implementing Graphics User Interface especially.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UserReview.java // methods submitReview() &amp; displayReview are not defined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Placebo/totallyLegitReviewListWeDidntManufactureOurselvesTrustFrFr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Visualizes what program would look like with enough use.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