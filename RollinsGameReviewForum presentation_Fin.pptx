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Great Vibes"/>
      <p:regular r:id="rId15"/>
    </p:embeddedFont>
    <p:embeddedFont>
      <p:font typeface="Dancing Script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reatVibes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DancingScript-bold.fntdata"/><Relationship Id="rId16" Type="http://schemas.openxmlformats.org/officeDocument/2006/relationships/font" Target="fonts/DancingScrip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Desmond worked on back-end arrayList format</a:t>
            </a: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ion &amp; logic</a:t>
            </a: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for the review forums &amp; audience reviews.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Stephan works on GUI implementation on the front-end.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PJ worked on backend code (audienceReview, GameReviewForum &amp; Driver) and ensured classes are properly coordinating with one </a:t>
            </a: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another; Archived changes and group progress. 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update from last time &amp; what next slides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Replace with Demo &amp; How OOP is implemented slides, respectively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7b3996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7b3996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• Slide 2: Brief description of your original concept and goals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7b3996f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57b3996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• Slide 3: Demo the working features of your application.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7b3996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7b3996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• Slide 4: Explain how OOP principles were implemented. (some screenshots be helpful)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57b3996f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57b3996f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update from last time &amp; what next slides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 with Demo &amp; How OOP is implemented slides, respectively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225000" y="1732950"/>
            <a:ext cx="6776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Rollins Game Review Forum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75"/>
            <a:ext cx="3153600" cy="18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						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Desmond Nieves	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Stephan Zambrano	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PJ González	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751700" y="2715975"/>
            <a:ext cx="5392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Array &amp; Back-end Implementation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Front-end Implementation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Archiving &amp; Back-end Implementation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26701" l="14519" r="11554" t="18638"/>
          <a:stretch/>
        </p:blipFill>
        <p:spPr>
          <a:xfrm>
            <a:off x="598098" y="339075"/>
            <a:ext cx="2143100" cy="237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3"/>
          <p:cNvCxnSpPr/>
          <p:nvPr/>
        </p:nvCxnSpPr>
        <p:spPr>
          <a:xfrm flipH="1" rot="10800000">
            <a:off x="2350525" y="2488925"/>
            <a:ext cx="6009900" cy="183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3"/>
          <p:cNvCxnSpPr/>
          <p:nvPr/>
        </p:nvCxnSpPr>
        <p:spPr>
          <a:xfrm>
            <a:off x="3617425" y="2503575"/>
            <a:ext cx="1500" cy="16599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3"/>
          <p:cNvCxnSpPr/>
          <p:nvPr/>
        </p:nvCxnSpPr>
        <p:spPr>
          <a:xfrm flipH="1" rot="10800000">
            <a:off x="598100" y="4163475"/>
            <a:ext cx="6009900" cy="183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We Want to Make?</a:t>
            </a:r>
            <a:endParaRPr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311700" y="1229875"/>
            <a:ext cx="8520600" cy="3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original idea was a Video Game</a:t>
            </a:r>
            <a:r>
              <a:rPr lang="en"/>
              <a:t> User </a:t>
            </a:r>
            <a:r>
              <a:rPr lang="en"/>
              <a:t>Review </a:t>
            </a:r>
            <a:r>
              <a:rPr lang="en"/>
              <a:t>System</a:t>
            </a:r>
            <a:r>
              <a:rPr lang="en"/>
              <a:t>, that eventually grew into a Video Game Review Forum for Rollins students capable of the following: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Processing </a:t>
            </a:r>
            <a:r>
              <a:rPr lang="en"/>
              <a:t>existing </a:t>
            </a:r>
            <a:r>
              <a:rPr lang="en"/>
              <a:t>user review scores for video games onto a visual forum.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Output the overall average score for any given game.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By extension: Categorize said scores into positive, mixed &amp; negative ranges.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Prompt for the user to create a new review with.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New review should then be added to the existing list of reviews and the overall average score for the game recalculated.</a:t>
            </a:r>
            <a:endParaRPr/>
          </a:p>
        </p:txBody>
      </p:sp>
      <p:cxnSp>
        <p:nvCxnSpPr>
          <p:cNvPr id="98" name="Google Shape;98;p14"/>
          <p:cNvCxnSpPr>
            <a:endCxn id="97" idx="0"/>
          </p:cNvCxnSpPr>
          <p:nvPr/>
        </p:nvCxnSpPr>
        <p:spPr>
          <a:xfrm flipH="1" rot="10800000">
            <a:off x="311700" y="1229875"/>
            <a:ext cx="4260300" cy="183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4"/>
          <p:cNvCxnSpPr/>
          <p:nvPr/>
        </p:nvCxnSpPr>
        <p:spPr>
          <a:xfrm flipH="1" rot="10800000">
            <a:off x="4572000" y="1211575"/>
            <a:ext cx="4260300" cy="183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Time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3310750" y="690500"/>
            <a:ext cx="22809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Pretend that’s java (and not python)</a:t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0" y="593100"/>
            <a:ext cx="241600" cy="2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17800"/>
            <a:ext cx="9144001" cy="38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11700" y="410000"/>
            <a:ext cx="28131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Principles &amp; Implementation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11700" y="1364225"/>
            <a:ext cx="3311100" cy="3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Abstraction:</a:t>
            </a:r>
            <a:endParaRPr/>
          </a:p>
          <a:p>
            <a:pPr indent="-3041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AudienceReview &amp; UserReview inherit protected fields from ReviewAbstract.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Encapsulation: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Back-end fields are given private access modifiers.</a:t>
            </a:r>
            <a:endParaRPr sz="1400"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Prevents </a:t>
            </a:r>
            <a:r>
              <a:rPr lang="en" sz="1200"/>
              <a:t>unwanted</a:t>
            </a:r>
            <a:r>
              <a:rPr lang="en" sz="1200"/>
              <a:t> access to data.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Event Driven Programming: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8571"/>
              <a:buChar char="-"/>
            </a:pPr>
            <a:r>
              <a:rPr lang="en" sz="1400"/>
              <a:t>GameReviewForum &amp; Driver implement event listeners &amp; sources for the GUI.</a:t>
            </a:r>
            <a:endParaRPr sz="1400"/>
          </a:p>
          <a:p>
            <a:pPr indent="-29336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Scroll functionality</a:t>
            </a:r>
            <a:endParaRPr sz="1200"/>
          </a:p>
          <a:p>
            <a:pPr indent="-29336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Review generation</a:t>
            </a:r>
            <a:endParaRPr sz="1200"/>
          </a:p>
          <a:p>
            <a:pPr indent="-29336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User ‘Create a Review’ textboxes</a:t>
            </a:r>
            <a:endParaRPr sz="1200"/>
          </a:p>
          <a:p>
            <a:pPr indent="-29336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200"/>
              <a:t>Buttons</a:t>
            </a:r>
            <a:endParaRPr sz="1200"/>
          </a:p>
        </p:txBody>
      </p:sp>
      <p:pic>
        <p:nvPicPr>
          <p:cNvPr id="114" name="Google Shape;114;p16" title="CMS 270_ Object-Oriented Design &amp; Development.png"/>
          <p:cNvPicPr preferRelativeResize="0"/>
          <p:nvPr/>
        </p:nvPicPr>
        <p:blipFill rotWithShape="1">
          <a:blip r:embed="rId3">
            <a:alphaModFix/>
          </a:blip>
          <a:srcRect b="22581" l="8738" r="9132" t="6897"/>
          <a:stretch/>
        </p:blipFill>
        <p:spPr>
          <a:xfrm>
            <a:off x="3641277" y="485999"/>
            <a:ext cx="5414874" cy="34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3124800" y="4014700"/>
            <a:ext cx="6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</a:t>
            </a:r>
            <a:r>
              <a:rPr b="1" lang="en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A.</a:t>
            </a:r>
            <a:endParaRPr b="1"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3124800" y="4317575"/>
            <a:ext cx="44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</a:t>
            </a:r>
            <a:r>
              <a:rPr b="1" lang="en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B.</a:t>
            </a:r>
            <a:endParaRPr b="1" sz="1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3124800" y="4470600"/>
            <a:ext cx="44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= </a:t>
            </a:r>
            <a:r>
              <a:rPr b="1" lang="en" sz="1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C.</a:t>
            </a:r>
            <a:endParaRPr/>
          </a:p>
        </p:txBody>
      </p:sp>
      <p:cxnSp>
        <p:nvCxnSpPr>
          <p:cNvPr id="118" name="Google Shape;118;p16"/>
          <p:cNvCxnSpPr/>
          <p:nvPr/>
        </p:nvCxnSpPr>
        <p:spPr>
          <a:xfrm>
            <a:off x="322625" y="1364225"/>
            <a:ext cx="3305100" cy="99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6"/>
          <p:cNvCxnSpPr/>
          <p:nvPr/>
        </p:nvCxnSpPr>
        <p:spPr>
          <a:xfrm rot="10800000">
            <a:off x="322550" y="1351925"/>
            <a:ext cx="9300" cy="35427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6"/>
          <p:cNvCxnSpPr/>
          <p:nvPr/>
        </p:nvCxnSpPr>
        <p:spPr>
          <a:xfrm flipH="1" rot="10800000">
            <a:off x="4768075" y="410000"/>
            <a:ext cx="4260300" cy="183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6"/>
          <p:cNvCxnSpPr/>
          <p:nvPr/>
        </p:nvCxnSpPr>
        <p:spPr>
          <a:xfrm flipH="1" rot="10800000">
            <a:off x="3613500" y="428300"/>
            <a:ext cx="1154700" cy="165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 flipH="1" rot="10800000">
            <a:off x="3613500" y="444800"/>
            <a:ext cx="9300" cy="940200"/>
          </a:xfrm>
          <a:prstGeom prst="straightConnector1">
            <a:avLst/>
          </a:prstGeom>
          <a:noFill/>
          <a:ln cap="flat" cmpd="sng" w="28575">
            <a:solidFill>
              <a:srgbClr val="FFD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We Learn?</a:t>
            </a:r>
            <a:endParaRPr/>
          </a:p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rgbClr val="FFDF00"/>
                </a:highlight>
              </a:rPr>
              <a:t>Communication is Key</a:t>
            </a:r>
            <a:r>
              <a:rPr lang="en"/>
              <a:t>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“</a:t>
            </a:r>
            <a:r>
              <a:rPr lang="en">
                <a:latin typeface="Dancing Script"/>
                <a:ea typeface="Dancing Script"/>
                <a:cs typeface="Dancing Script"/>
                <a:sym typeface="Dancing Script"/>
              </a:rPr>
              <a:t>A chain is only as strong as its weakest link</a:t>
            </a:r>
            <a:r>
              <a:rPr lang="en"/>
              <a:t>” </a:t>
            </a:r>
            <a:br>
              <a:rPr lang="en"/>
            </a:br>
            <a:r>
              <a:rPr lang="en"/>
              <a:t>						</a:t>
            </a:r>
            <a:r>
              <a:rPr lang="en">
                <a:latin typeface="Great Vibes"/>
                <a:ea typeface="Great Vibes"/>
                <a:cs typeface="Great Vibes"/>
                <a:sym typeface="Great Vibes"/>
              </a:rPr>
              <a:t>- </a:t>
            </a:r>
            <a:r>
              <a:rPr lang="en">
                <a:latin typeface="Great Vibes"/>
                <a:ea typeface="Great Vibes"/>
                <a:cs typeface="Great Vibes"/>
                <a:sym typeface="Great Vibes"/>
              </a:rPr>
              <a:t>Sun Tzu in Spy Kids 3D (ca:2003 )</a:t>
            </a:r>
            <a:endParaRPr>
              <a:latin typeface="Great Vibes"/>
              <a:ea typeface="Great Vibes"/>
              <a:cs typeface="Great Vibes"/>
              <a:sym typeface="Great Vibes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As decent as our program turned out, we had a few </a:t>
            </a:r>
            <a:r>
              <a:rPr i="1" lang="en"/>
              <a:t>significant </a:t>
            </a:r>
            <a:r>
              <a:rPr lang="en"/>
              <a:t>hiccups throughout the project as a result of ineffective communication. 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>
                <a:highlight>
                  <a:srgbClr val="FFDF00"/>
                </a:highlight>
              </a:rPr>
              <a:t>Tldr</a:t>
            </a:r>
            <a:r>
              <a:rPr lang="en"/>
              <a:t>: we worked on the same classes incidentally and ended up committing changes that undid the work of each other ~2 times.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Thankfully, before thanksgiving break we agreed to spam our group chat as a heads up for each of us to prevent the same issue from occurring (</a:t>
            </a:r>
            <a:r>
              <a:rPr lang="en">
                <a:solidFill>
                  <a:srgbClr val="FFDF00"/>
                </a:solidFill>
                <a:highlight>
                  <a:schemeClr val="dk2"/>
                </a:highlight>
              </a:rPr>
              <a:t>it worked</a:t>
            </a:r>
            <a:r>
              <a:rPr lang="en"/>
              <a:t>)</a:t>
            </a:r>
            <a:br>
              <a:rPr lang="en"/>
            </a:b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Hypothetically, how would we continue?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Though the forum is functional, we were unable to implement a method </a:t>
            </a:r>
            <a:br>
              <a:rPr lang="en"/>
            </a:br>
            <a:r>
              <a:rPr lang="en"/>
              <a:t>to verify Student ID.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Rollins Video Game Forum would need to be revised to function</a:t>
            </a:r>
            <a:br>
              <a:rPr lang="en"/>
            </a:br>
            <a:r>
              <a:rPr lang="en"/>
              <a:t>within a browser’s web page.</a:t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26701" l="14519" r="11554" t="18638"/>
          <a:stretch/>
        </p:blipFill>
        <p:spPr>
          <a:xfrm>
            <a:off x="7066400" y="0"/>
            <a:ext cx="1765900" cy="195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